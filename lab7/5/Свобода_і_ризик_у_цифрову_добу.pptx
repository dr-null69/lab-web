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>
                <a:solidFill>
                  <a:srgbClr val="1E1E1E"/>
                </a:solidFill>
              </a:rPr>
              <a:t>Свобода і ризик у цифрову добу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800">
                <a:solidFill>
                  <a:srgbClr val="3C3C3C"/>
                </a:solidFill>
              </a:rPr>
              <a:t>Презентація з філософії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>
                <a:solidFill>
                  <a:srgbClr val="1E1E1E"/>
                </a:solidFill>
              </a:rPr>
              <a:t>Вступ: цифрова доба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800">
                <a:solidFill>
                  <a:srgbClr val="3C3C3C"/>
                </a:solidFill>
              </a:rPr>
              <a:t>Цифрова доба трансформує сприйняття свободи та ризику.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>
                <a:solidFill>
                  <a:srgbClr val="1E1E1E"/>
                </a:solidFill>
              </a:rPr>
              <a:t>Поняття свободи у філософії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800">
                <a:solidFill>
                  <a:srgbClr val="3C3C3C"/>
                </a:solidFill>
              </a:rPr>
              <a:t>Свобода як автономія, відповідальність та можливість вибору.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>
                <a:solidFill>
                  <a:srgbClr val="1E1E1E"/>
                </a:solidFill>
              </a:rPr>
              <a:t>Сучасні форми свободи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800">
                <a:solidFill>
                  <a:srgbClr val="3C3C3C"/>
                </a:solidFill>
              </a:rPr>
              <a:t>Свобода у глобалізованому, мережевому світі.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>
                <a:solidFill>
                  <a:srgbClr val="1E1E1E"/>
                </a:solidFill>
              </a:rPr>
              <a:t>Цифрова свобода: нові можливості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800">
                <a:solidFill>
                  <a:srgbClr val="3C3C3C"/>
                </a:solidFill>
              </a:rPr>
              <a:t>Доступ до інформації, самовираження, нові форми комунікації.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>
                <a:solidFill>
                  <a:srgbClr val="1E1E1E"/>
                </a:solidFill>
              </a:rPr>
              <a:t>Соціальні мережі як простір свободи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800">
                <a:solidFill>
                  <a:srgbClr val="3C3C3C"/>
                </a:solidFill>
              </a:rPr>
              <a:t>Онлайн-ідентичність, самопрезентація, свобода висловлювання.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>
                <a:solidFill>
                  <a:srgbClr val="1E1E1E"/>
                </a:solidFill>
              </a:rPr>
              <a:t>Ризики цифрової доби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800">
                <a:solidFill>
                  <a:srgbClr val="3C3C3C"/>
                </a:solidFill>
              </a:rPr>
              <a:t>Маніпуляція, контроль, залежність, алгоритмічний нагляд.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>
                <a:solidFill>
                  <a:srgbClr val="1E1E1E"/>
                </a:solidFill>
              </a:rPr>
              <a:t>Алгоритми і свобода вибору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800">
                <a:solidFill>
                  <a:srgbClr val="3C3C3C"/>
                </a:solidFill>
              </a:rPr>
              <a:t>Алгоритми впливають на те, що ми бачимо і вибираємо.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>
                <a:solidFill>
                  <a:srgbClr val="1E1E1E"/>
                </a:solidFill>
              </a:rPr>
              <a:t>Цифрова безпека та приватність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800">
                <a:solidFill>
                  <a:srgbClr val="3C3C3C"/>
                </a:solidFill>
              </a:rPr>
              <a:t>Приватність стає ресурсом, що постійно під загрозою.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>
                <a:solidFill>
                  <a:srgbClr val="1E1E1E"/>
                </a:solidFill>
              </a:rPr>
              <a:t>Кіберризики та інформаційні загрози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800">
                <a:solidFill>
                  <a:srgbClr val="3C3C3C"/>
                </a:solidFill>
              </a:rPr>
              <a:t>Фейки, кібербулінг, діпфейки — виклики цифрової етики.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>
                <a:solidFill>
                  <a:srgbClr val="1E1E1E"/>
                </a:solidFill>
              </a:rPr>
              <a:t>Баланс свободи і ризику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800">
                <a:solidFill>
                  <a:srgbClr val="3C3C3C"/>
                </a:solidFill>
              </a:rPr>
              <a:t>Свобода вимагає усвідомлення ризиків і критичного мислення.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>
                <a:solidFill>
                  <a:srgbClr val="1E1E1E"/>
                </a:solidFill>
              </a:rPr>
              <a:t>Висновок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800">
                <a:solidFill>
                  <a:srgbClr val="3C3C3C"/>
                </a:solidFill>
              </a:rPr>
              <a:t>Свобода можлива лише зі свідомим ставленням до ризиків.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